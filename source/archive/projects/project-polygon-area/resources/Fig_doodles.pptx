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190" d="100"/>
          <a:sy n="190" d="100"/>
        </p:scale>
        <p:origin x="7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F36E7-E2B4-5350-1948-5AACCCE73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170AE-7680-6AEC-ACDA-316ABE5D4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2AA4B-47FA-45D1-3215-60AB45BA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67934-411C-A5E0-AD49-E67BBDF2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8C8BC-2DA8-2579-239D-97AD795A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4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978E-1F18-51B5-7E02-C9B675A0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B164-F098-278F-C125-80E9F3A19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F12-56C4-6EF1-9EB1-2652335F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1FF52-B91E-F99E-94FD-33E1F062E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9559F-AA83-84BD-6CC8-A1E2232A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4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4779-8250-DC1E-67E1-8AAD61FA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AC2DF-0D56-E4A7-F546-7C4A74EBC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2F3F5-34D6-8541-8A33-B86158E3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4DD5-ECB3-74EF-17A2-FCAB9AE5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39B93-6BF8-4442-CC90-63F9F146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5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98693-791E-B462-F362-59CC9D0F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AE7C1-6E83-9573-C597-420B9AA4B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0372C-F741-C1C3-6F9D-F010928B1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D505E-9838-D627-1446-24BDE398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BDBC9-9BEE-CB86-A849-227230274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1699-AD82-431C-FFC3-AD9A042B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2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2AB3-3907-270E-0385-D7FFA42E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23E66-54E5-F2B3-EA14-D68162E0D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D59A0-9BBF-9BED-01FA-8139B082F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DC0CF-6F4B-9DBA-9E97-80723F88C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CFF3D-315A-EF89-6ACB-BF6CDE638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13384-E7A7-2C2C-9B7E-483AD7B4C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BF83F6-A698-11DC-4431-120E7C726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3B525C-E708-3907-A643-2AAE5629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97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13611-7C2C-BBA5-8FA6-7D9027A1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8C291-F730-0B97-FA86-0C7249F6B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C84E7-CB62-CB05-72CB-343C2A03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C725F-B0EA-62CE-796E-307CA98DB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1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826EE-81B6-448F-4C3F-E65CED7E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D6ECF-267B-21D0-4CA7-57E55B37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61DC3-28E1-5D01-A62A-4B32BE78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4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952F8-CD90-4334-3289-9342FD93E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36FA7-5BC8-3C82-C4E3-D194851F0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60004-EA41-464C-01D3-0109B9DB6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60865-E76A-10A7-57C9-B5614F7C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913B3-3CB3-3523-E974-5DB8871B4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1BECE-E2BF-F881-19DE-1B85A14C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3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7444-C4F2-4EAD-2579-0BF417B3A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F4D308-3012-FF3C-52C7-2E4C213A8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DF32B-73FF-BB58-2CB3-5A031B987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BC68D-7431-633B-E7B4-E5C07BB5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BF39D-D6F2-7684-F82D-C147AA52B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94DBA-5DE4-E33D-F1E0-8F2C0407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0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CEF9-E9B9-CB54-9622-37B6DA1F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EAA73-3E6C-2072-341E-8D8A2F60C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B25B9-21D0-787F-329B-23FBFB43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6E445-600C-80E6-56C7-52AEF67F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C2322-6DA6-3FE0-9685-E29C766C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9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C0D264-BD66-2292-4ADE-23FF7C5DF2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41199-3D26-EE64-5A8C-038F16371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72813-AFA8-DBC3-6EDB-DAAD6F1D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04368-8B92-76D1-3420-11845538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BD0BB-0EBA-E9B8-8C2D-E619BDEA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74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A68D85-F284-E6A8-7959-5E47E75F6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B8F44-29BB-E9F4-C5D2-79F98AC60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A2C48-E4B7-DF6E-384A-32ED521B6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B6774-6887-48DB-8EF6-EF7F0496356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54146-29CF-4284-B1CE-296ABAACB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76020-A447-7D14-B0A6-3480D7CAE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A0E3F-9E2F-4C4B-B1AD-37630B420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3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4EC0FA49-F1ED-EC25-5722-50338165D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917" y="737812"/>
            <a:ext cx="4944165" cy="538237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8C199C5-EA0A-C66C-3817-4E9B7A4109BB}"/>
              </a:ext>
            </a:extLst>
          </p:cNvPr>
          <p:cNvSpPr/>
          <p:nvPr/>
        </p:nvSpPr>
        <p:spPr>
          <a:xfrm flipV="1">
            <a:off x="5341742" y="2290516"/>
            <a:ext cx="70792" cy="7079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C31B78-4873-12EE-048E-532CC43BCD79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3885186" y="2325912"/>
            <a:ext cx="1456556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3BFD23-E7AE-AD44-4EF2-EEE1AF305783}"/>
              </a:ext>
            </a:extLst>
          </p:cNvPr>
          <p:cNvCxnSpPr>
            <a:cxnSpLocks/>
          </p:cNvCxnSpPr>
          <p:nvPr/>
        </p:nvCxnSpPr>
        <p:spPr>
          <a:xfrm>
            <a:off x="5087870" y="2101478"/>
            <a:ext cx="209428" cy="218276"/>
          </a:xfrm>
          <a:prstGeom prst="straightConnector1">
            <a:avLst/>
          </a:prstGeom>
          <a:ln w="9525">
            <a:solidFill>
              <a:srgbClr val="00B05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083EB26-23AC-3781-AB43-4AC06EB1A0B9}"/>
              </a:ext>
            </a:extLst>
          </p:cNvPr>
          <p:cNvSpPr txBox="1"/>
          <p:nvPr/>
        </p:nvSpPr>
        <p:spPr>
          <a:xfrm>
            <a:off x="4870320" y="18412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CFA6E5-01ED-F7F0-8A47-382A0739F20D}"/>
              </a:ext>
            </a:extLst>
          </p:cNvPr>
          <p:cNvSpPr txBox="1"/>
          <p:nvPr/>
        </p:nvSpPr>
        <p:spPr>
          <a:xfrm>
            <a:off x="5689610" y="1656618"/>
            <a:ext cx="359394" cy="369332"/>
          </a:xfrm>
          <a:custGeom>
            <a:avLst/>
            <a:gdLst>
              <a:gd name="connsiteX0" fmla="*/ 0 w 359394"/>
              <a:gd name="connsiteY0" fmla="*/ 0 h 369332"/>
              <a:gd name="connsiteX1" fmla="*/ 359394 w 359394"/>
              <a:gd name="connsiteY1" fmla="*/ 0 h 369332"/>
              <a:gd name="connsiteX2" fmla="*/ 359394 w 359394"/>
              <a:gd name="connsiteY2" fmla="*/ 369332 h 369332"/>
              <a:gd name="connsiteX3" fmla="*/ 0 w 359394"/>
              <a:gd name="connsiteY3" fmla="*/ 369332 h 369332"/>
              <a:gd name="connsiteX4" fmla="*/ 0 w 359394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394" h="369332" extrusionOk="0">
                <a:moveTo>
                  <a:pt x="0" y="0"/>
                </a:moveTo>
                <a:cubicBezTo>
                  <a:pt x="152169" y="22526"/>
                  <a:pt x="204166" y="5612"/>
                  <a:pt x="359394" y="0"/>
                </a:cubicBezTo>
                <a:cubicBezTo>
                  <a:pt x="336590" y="167616"/>
                  <a:pt x="357334" y="247698"/>
                  <a:pt x="359394" y="369332"/>
                </a:cubicBezTo>
                <a:cubicBezTo>
                  <a:pt x="248573" y="338136"/>
                  <a:pt x="78615" y="379376"/>
                  <a:pt x="0" y="369332"/>
                </a:cubicBezTo>
                <a:cubicBezTo>
                  <a:pt x="19812" y="326466"/>
                  <a:pt x="15727" y="9363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520C0AE-D4EF-916C-732D-38AA38B26D13}"/>
              </a:ext>
            </a:extLst>
          </p:cNvPr>
          <p:cNvCxnSpPr>
            <a:cxnSpLocks/>
            <a:stCxn id="31" idx="2"/>
            <a:endCxn id="6" idx="5"/>
          </p:cNvCxnSpPr>
          <p:nvPr/>
        </p:nvCxnSpPr>
        <p:spPr>
          <a:xfrm flipH="1">
            <a:off x="5402167" y="2025950"/>
            <a:ext cx="467140" cy="274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050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hart&#10;&#10;Description automatically generated">
            <a:extLst>
              <a:ext uri="{FF2B5EF4-FFF2-40B4-BE49-F238E27FC236}">
                <a16:creationId xmlns:a16="http://schemas.microsoft.com/office/drawing/2014/main" id="{60D4AA72-5642-1724-F0A1-48A750C84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917" y="737812"/>
            <a:ext cx="4944165" cy="5382376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9650ED9A-FE9F-B212-FC78-6A47AE033EF8}"/>
              </a:ext>
            </a:extLst>
          </p:cNvPr>
          <p:cNvSpPr/>
          <p:nvPr/>
        </p:nvSpPr>
        <p:spPr>
          <a:xfrm flipV="1">
            <a:off x="5754477" y="2278383"/>
            <a:ext cx="70792" cy="7079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A036A7-7212-819F-498D-4BD385F94E4B}"/>
              </a:ext>
            </a:extLst>
          </p:cNvPr>
          <p:cNvCxnSpPr>
            <a:cxnSpLocks/>
          </p:cNvCxnSpPr>
          <p:nvPr/>
        </p:nvCxnSpPr>
        <p:spPr>
          <a:xfrm flipV="1">
            <a:off x="3885186" y="2313779"/>
            <a:ext cx="1869291" cy="12133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9BE36C-4E36-222B-3A42-7D238EEA020B}"/>
              </a:ext>
            </a:extLst>
          </p:cNvPr>
          <p:cNvCxnSpPr>
            <a:cxnSpLocks/>
          </p:cNvCxnSpPr>
          <p:nvPr/>
        </p:nvCxnSpPr>
        <p:spPr>
          <a:xfrm>
            <a:off x="5087870" y="2101478"/>
            <a:ext cx="209428" cy="218276"/>
          </a:xfrm>
          <a:prstGeom prst="straightConnector1">
            <a:avLst/>
          </a:prstGeom>
          <a:ln w="9525">
            <a:solidFill>
              <a:srgbClr val="00B05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8FBA8B7-0E82-A859-219B-8C3ED20348D6}"/>
              </a:ext>
            </a:extLst>
          </p:cNvPr>
          <p:cNvCxnSpPr>
            <a:cxnSpLocks/>
          </p:cNvCxnSpPr>
          <p:nvPr/>
        </p:nvCxnSpPr>
        <p:spPr>
          <a:xfrm flipH="1">
            <a:off x="5462230" y="2107636"/>
            <a:ext cx="194977" cy="206476"/>
          </a:xfrm>
          <a:prstGeom prst="straightConnector1">
            <a:avLst/>
          </a:prstGeom>
          <a:ln w="9525">
            <a:solidFill>
              <a:srgbClr val="00B05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399FD8-FDC6-95E1-0E73-08A466E39F5A}"/>
              </a:ext>
            </a:extLst>
          </p:cNvPr>
          <p:cNvSpPr txBox="1"/>
          <p:nvPr/>
        </p:nvSpPr>
        <p:spPr>
          <a:xfrm>
            <a:off x="4870320" y="18412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B938A0-8EB8-606F-E4FF-80032C6D162F}"/>
              </a:ext>
            </a:extLst>
          </p:cNvPr>
          <p:cNvSpPr txBox="1"/>
          <p:nvPr/>
        </p:nvSpPr>
        <p:spPr>
          <a:xfrm>
            <a:off x="5552374" y="18412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F639ED-6BA0-1024-D420-863C5BA15AD5}"/>
              </a:ext>
            </a:extLst>
          </p:cNvPr>
          <p:cNvSpPr txBox="1"/>
          <p:nvPr/>
        </p:nvSpPr>
        <p:spPr>
          <a:xfrm>
            <a:off x="5981794" y="1471952"/>
            <a:ext cx="505267" cy="369332"/>
          </a:xfrm>
          <a:custGeom>
            <a:avLst/>
            <a:gdLst>
              <a:gd name="connsiteX0" fmla="*/ 0 w 505267"/>
              <a:gd name="connsiteY0" fmla="*/ 0 h 369332"/>
              <a:gd name="connsiteX1" fmla="*/ 505267 w 505267"/>
              <a:gd name="connsiteY1" fmla="*/ 0 h 369332"/>
              <a:gd name="connsiteX2" fmla="*/ 505267 w 505267"/>
              <a:gd name="connsiteY2" fmla="*/ 369332 h 369332"/>
              <a:gd name="connsiteX3" fmla="*/ 0 w 505267"/>
              <a:gd name="connsiteY3" fmla="*/ 369332 h 369332"/>
              <a:gd name="connsiteX4" fmla="*/ 0 w 505267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267" h="369332" extrusionOk="0">
                <a:moveTo>
                  <a:pt x="0" y="0"/>
                </a:moveTo>
                <a:cubicBezTo>
                  <a:pt x="81059" y="-13264"/>
                  <a:pt x="299048" y="-29242"/>
                  <a:pt x="505267" y="0"/>
                </a:cubicBezTo>
                <a:cubicBezTo>
                  <a:pt x="482463" y="167616"/>
                  <a:pt x="503207" y="247698"/>
                  <a:pt x="505267" y="369332"/>
                </a:cubicBezTo>
                <a:cubicBezTo>
                  <a:pt x="294873" y="355256"/>
                  <a:pt x="96929" y="388620"/>
                  <a:pt x="0" y="369332"/>
                </a:cubicBezTo>
                <a:cubicBezTo>
                  <a:pt x="19812" y="326466"/>
                  <a:pt x="15727" y="9363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out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084BB5-1D94-F2CE-034C-1EC9D791E9EA}"/>
              </a:ext>
            </a:extLst>
          </p:cNvPr>
          <p:cNvCxnSpPr>
            <a:cxnSpLocks/>
            <a:stCxn id="28" idx="2"/>
            <a:endCxn id="17" idx="5"/>
          </p:cNvCxnSpPr>
          <p:nvPr/>
        </p:nvCxnSpPr>
        <p:spPr>
          <a:xfrm flipH="1">
            <a:off x="5814902" y="1841284"/>
            <a:ext cx="419526" cy="4474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018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6B5E1CF3-B749-9C52-B78E-C7DF2785C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917" y="737812"/>
            <a:ext cx="4944165" cy="538237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5D3F730-8332-7463-4EA6-4335286A5104}"/>
              </a:ext>
            </a:extLst>
          </p:cNvPr>
          <p:cNvSpPr/>
          <p:nvPr/>
        </p:nvSpPr>
        <p:spPr>
          <a:xfrm flipV="1">
            <a:off x="6514641" y="2290516"/>
            <a:ext cx="70792" cy="7079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E290EE-21D3-D33B-0A3A-4D9DB41DB93E}"/>
              </a:ext>
            </a:extLst>
          </p:cNvPr>
          <p:cNvCxnSpPr>
            <a:cxnSpLocks/>
          </p:cNvCxnSpPr>
          <p:nvPr/>
        </p:nvCxnSpPr>
        <p:spPr>
          <a:xfrm>
            <a:off x="3885186" y="2325912"/>
            <a:ext cx="2629455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7447AC-2AEA-C533-5EF4-302410D6D204}"/>
              </a:ext>
            </a:extLst>
          </p:cNvPr>
          <p:cNvCxnSpPr>
            <a:cxnSpLocks/>
          </p:cNvCxnSpPr>
          <p:nvPr/>
        </p:nvCxnSpPr>
        <p:spPr>
          <a:xfrm>
            <a:off x="5087870" y="2101478"/>
            <a:ext cx="209428" cy="218276"/>
          </a:xfrm>
          <a:prstGeom prst="straightConnector1">
            <a:avLst/>
          </a:prstGeom>
          <a:ln w="9525">
            <a:solidFill>
              <a:srgbClr val="00B05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6B5F1E-827E-82B8-774E-BADDE1845A1F}"/>
              </a:ext>
            </a:extLst>
          </p:cNvPr>
          <p:cNvCxnSpPr>
            <a:cxnSpLocks/>
          </p:cNvCxnSpPr>
          <p:nvPr/>
        </p:nvCxnSpPr>
        <p:spPr>
          <a:xfrm flipH="1">
            <a:off x="5462230" y="2107636"/>
            <a:ext cx="194977" cy="206476"/>
          </a:xfrm>
          <a:prstGeom prst="straightConnector1">
            <a:avLst/>
          </a:prstGeom>
          <a:ln w="9525">
            <a:solidFill>
              <a:srgbClr val="00B05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8EC1A4-F595-93E4-99DC-9E8786F222FC}"/>
              </a:ext>
            </a:extLst>
          </p:cNvPr>
          <p:cNvSpPr txBox="1"/>
          <p:nvPr/>
        </p:nvSpPr>
        <p:spPr>
          <a:xfrm>
            <a:off x="4870320" y="18412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4E1CF9-FD20-2142-AE4C-B3894C710D5E}"/>
              </a:ext>
            </a:extLst>
          </p:cNvPr>
          <p:cNvSpPr txBox="1"/>
          <p:nvPr/>
        </p:nvSpPr>
        <p:spPr>
          <a:xfrm>
            <a:off x="5552374" y="18412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3900ED-E1BD-B64E-8827-A6B7A3EEE061}"/>
              </a:ext>
            </a:extLst>
          </p:cNvPr>
          <p:cNvCxnSpPr>
            <a:cxnSpLocks/>
          </p:cNvCxnSpPr>
          <p:nvPr/>
        </p:nvCxnSpPr>
        <p:spPr>
          <a:xfrm>
            <a:off x="6059086" y="2107636"/>
            <a:ext cx="115806" cy="209815"/>
          </a:xfrm>
          <a:prstGeom prst="straightConnector1">
            <a:avLst/>
          </a:prstGeom>
          <a:ln w="9525">
            <a:solidFill>
              <a:srgbClr val="00B05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3B4F4DF-C3F5-BB79-A0AE-1869A286735E}"/>
              </a:ext>
            </a:extLst>
          </p:cNvPr>
          <p:cNvSpPr txBox="1"/>
          <p:nvPr/>
        </p:nvSpPr>
        <p:spPr>
          <a:xfrm>
            <a:off x="5887680" y="18382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112F4D-2772-D289-A4A5-9FC267673D2B}"/>
              </a:ext>
            </a:extLst>
          </p:cNvPr>
          <p:cNvSpPr txBox="1"/>
          <p:nvPr/>
        </p:nvSpPr>
        <p:spPr>
          <a:xfrm>
            <a:off x="6154044" y="1457213"/>
            <a:ext cx="359394" cy="369332"/>
          </a:xfrm>
          <a:custGeom>
            <a:avLst/>
            <a:gdLst>
              <a:gd name="connsiteX0" fmla="*/ 0 w 359394"/>
              <a:gd name="connsiteY0" fmla="*/ 0 h 369332"/>
              <a:gd name="connsiteX1" fmla="*/ 359394 w 359394"/>
              <a:gd name="connsiteY1" fmla="*/ 0 h 369332"/>
              <a:gd name="connsiteX2" fmla="*/ 359394 w 359394"/>
              <a:gd name="connsiteY2" fmla="*/ 369332 h 369332"/>
              <a:gd name="connsiteX3" fmla="*/ 0 w 359394"/>
              <a:gd name="connsiteY3" fmla="*/ 369332 h 369332"/>
              <a:gd name="connsiteX4" fmla="*/ 0 w 359394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394" h="369332" extrusionOk="0">
                <a:moveTo>
                  <a:pt x="0" y="0"/>
                </a:moveTo>
                <a:cubicBezTo>
                  <a:pt x="152169" y="22526"/>
                  <a:pt x="204166" y="5612"/>
                  <a:pt x="359394" y="0"/>
                </a:cubicBezTo>
                <a:cubicBezTo>
                  <a:pt x="336590" y="167616"/>
                  <a:pt x="357334" y="247698"/>
                  <a:pt x="359394" y="369332"/>
                </a:cubicBezTo>
                <a:cubicBezTo>
                  <a:pt x="248573" y="338136"/>
                  <a:pt x="78615" y="379376"/>
                  <a:pt x="0" y="369332"/>
                </a:cubicBezTo>
                <a:cubicBezTo>
                  <a:pt x="19812" y="326466"/>
                  <a:pt x="15727" y="9363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in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75248B-FF48-B0BE-F194-54E3E8C0BEAE}"/>
              </a:ext>
            </a:extLst>
          </p:cNvPr>
          <p:cNvCxnSpPr>
            <a:cxnSpLocks/>
            <a:stCxn id="17" idx="2"/>
            <a:endCxn id="5" idx="3"/>
          </p:cNvCxnSpPr>
          <p:nvPr/>
        </p:nvCxnSpPr>
        <p:spPr>
          <a:xfrm>
            <a:off x="6333741" y="1826545"/>
            <a:ext cx="191267" cy="4743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31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3E57C203-0B18-EE52-5E84-A74523BBB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917" y="737812"/>
            <a:ext cx="4944165" cy="538237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968D5E3-29A6-3CC0-92A5-CDAAE1173DE2}"/>
              </a:ext>
            </a:extLst>
          </p:cNvPr>
          <p:cNvSpPr/>
          <p:nvPr/>
        </p:nvSpPr>
        <p:spPr>
          <a:xfrm flipV="1">
            <a:off x="7566383" y="2290516"/>
            <a:ext cx="70792" cy="7079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204030-8D35-BFA8-6E9A-526845BC1D8E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885186" y="2325912"/>
            <a:ext cx="3681197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9361E3-30DF-0165-0411-509343C2CF2D}"/>
              </a:ext>
            </a:extLst>
          </p:cNvPr>
          <p:cNvCxnSpPr>
            <a:cxnSpLocks/>
          </p:cNvCxnSpPr>
          <p:nvPr/>
        </p:nvCxnSpPr>
        <p:spPr>
          <a:xfrm>
            <a:off x="5087870" y="2101478"/>
            <a:ext cx="209428" cy="218276"/>
          </a:xfrm>
          <a:prstGeom prst="straightConnector1">
            <a:avLst/>
          </a:prstGeom>
          <a:ln w="9525">
            <a:solidFill>
              <a:srgbClr val="00B05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F1035A-095E-2877-6D96-7E408264BFB8}"/>
              </a:ext>
            </a:extLst>
          </p:cNvPr>
          <p:cNvCxnSpPr>
            <a:cxnSpLocks/>
          </p:cNvCxnSpPr>
          <p:nvPr/>
        </p:nvCxnSpPr>
        <p:spPr>
          <a:xfrm flipH="1">
            <a:off x="5462230" y="2107636"/>
            <a:ext cx="194977" cy="206476"/>
          </a:xfrm>
          <a:prstGeom prst="straightConnector1">
            <a:avLst/>
          </a:prstGeom>
          <a:ln w="9525">
            <a:solidFill>
              <a:srgbClr val="00B05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9DD60E-613D-9A0D-C167-0CD6519826D2}"/>
              </a:ext>
            </a:extLst>
          </p:cNvPr>
          <p:cNvSpPr txBox="1"/>
          <p:nvPr/>
        </p:nvSpPr>
        <p:spPr>
          <a:xfrm>
            <a:off x="4870320" y="18412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D8BA8-6721-4876-0844-F053FDC63C86}"/>
              </a:ext>
            </a:extLst>
          </p:cNvPr>
          <p:cNvSpPr txBox="1"/>
          <p:nvPr/>
        </p:nvSpPr>
        <p:spPr>
          <a:xfrm>
            <a:off x="5552374" y="18412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EBFC8C-994B-34A1-9042-753035FB39CA}"/>
              </a:ext>
            </a:extLst>
          </p:cNvPr>
          <p:cNvCxnSpPr>
            <a:cxnSpLocks/>
          </p:cNvCxnSpPr>
          <p:nvPr/>
        </p:nvCxnSpPr>
        <p:spPr>
          <a:xfrm>
            <a:off x="6059086" y="2107636"/>
            <a:ext cx="115806" cy="209815"/>
          </a:xfrm>
          <a:prstGeom prst="straightConnector1">
            <a:avLst/>
          </a:prstGeom>
          <a:ln w="9525">
            <a:solidFill>
              <a:srgbClr val="00B05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467D4D-AAD4-90AA-C55E-C85BF2A382C7}"/>
              </a:ext>
            </a:extLst>
          </p:cNvPr>
          <p:cNvSpPr txBox="1"/>
          <p:nvPr/>
        </p:nvSpPr>
        <p:spPr>
          <a:xfrm>
            <a:off x="5887680" y="18382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1DF218-6A1B-1D83-E037-8353125CDB13}"/>
              </a:ext>
            </a:extLst>
          </p:cNvPr>
          <p:cNvSpPr txBox="1"/>
          <p:nvPr/>
        </p:nvSpPr>
        <p:spPr>
          <a:xfrm>
            <a:off x="6920679" y="18080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2F7556-11C9-BD40-D2C5-E17B8F34DCE5}"/>
              </a:ext>
            </a:extLst>
          </p:cNvPr>
          <p:cNvCxnSpPr>
            <a:cxnSpLocks/>
          </p:cNvCxnSpPr>
          <p:nvPr/>
        </p:nvCxnSpPr>
        <p:spPr>
          <a:xfrm flipH="1">
            <a:off x="6864797" y="2084287"/>
            <a:ext cx="193963" cy="229492"/>
          </a:xfrm>
          <a:prstGeom prst="straightConnector1">
            <a:avLst/>
          </a:prstGeom>
          <a:ln w="9525">
            <a:solidFill>
              <a:srgbClr val="00B05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664C1F-5D46-9101-69FE-88FA06514C5F}"/>
              </a:ext>
            </a:extLst>
          </p:cNvPr>
          <p:cNvSpPr txBox="1"/>
          <p:nvPr/>
        </p:nvSpPr>
        <p:spPr>
          <a:xfrm>
            <a:off x="7346998" y="1509114"/>
            <a:ext cx="505267" cy="369332"/>
          </a:xfrm>
          <a:custGeom>
            <a:avLst/>
            <a:gdLst>
              <a:gd name="connsiteX0" fmla="*/ 0 w 505267"/>
              <a:gd name="connsiteY0" fmla="*/ 0 h 369332"/>
              <a:gd name="connsiteX1" fmla="*/ 505267 w 505267"/>
              <a:gd name="connsiteY1" fmla="*/ 0 h 369332"/>
              <a:gd name="connsiteX2" fmla="*/ 505267 w 505267"/>
              <a:gd name="connsiteY2" fmla="*/ 369332 h 369332"/>
              <a:gd name="connsiteX3" fmla="*/ 0 w 505267"/>
              <a:gd name="connsiteY3" fmla="*/ 369332 h 369332"/>
              <a:gd name="connsiteX4" fmla="*/ 0 w 505267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267" h="369332" extrusionOk="0">
                <a:moveTo>
                  <a:pt x="0" y="0"/>
                </a:moveTo>
                <a:cubicBezTo>
                  <a:pt x="81059" y="-13264"/>
                  <a:pt x="299048" y="-29242"/>
                  <a:pt x="505267" y="0"/>
                </a:cubicBezTo>
                <a:cubicBezTo>
                  <a:pt x="482463" y="167616"/>
                  <a:pt x="503207" y="247698"/>
                  <a:pt x="505267" y="369332"/>
                </a:cubicBezTo>
                <a:cubicBezTo>
                  <a:pt x="294873" y="355256"/>
                  <a:pt x="96929" y="388620"/>
                  <a:pt x="0" y="369332"/>
                </a:cubicBezTo>
                <a:cubicBezTo>
                  <a:pt x="19812" y="326466"/>
                  <a:pt x="15727" y="9363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/>
              <a:t>out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E4853B-23FF-A42E-7AF6-32C50A162F9B}"/>
              </a:ext>
            </a:extLst>
          </p:cNvPr>
          <p:cNvCxnSpPr>
            <a:cxnSpLocks/>
            <a:stCxn id="16" idx="2"/>
            <a:endCxn id="5" idx="4"/>
          </p:cNvCxnSpPr>
          <p:nvPr/>
        </p:nvCxnSpPr>
        <p:spPr>
          <a:xfrm>
            <a:off x="7599632" y="1878446"/>
            <a:ext cx="2147" cy="412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52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C44ED41A-4ACD-D38D-CE9B-77D4148C2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915" y="737812"/>
            <a:ext cx="4944165" cy="538237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F069707-98C9-247C-CD5F-FA559E421362}"/>
              </a:ext>
            </a:extLst>
          </p:cNvPr>
          <p:cNvSpPr/>
          <p:nvPr/>
        </p:nvSpPr>
        <p:spPr>
          <a:xfrm flipV="1">
            <a:off x="7566383" y="2366716"/>
            <a:ext cx="70792" cy="7079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8C1E42-B76B-961C-B6FA-676A05669A25}"/>
              </a:ext>
            </a:extLst>
          </p:cNvPr>
          <p:cNvCxnSpPr>
            <a:cxnSpLocks/>
          </p:cNvCxnSpPr>
          <p:nvPr/>
        </p:nvCxnSpPr>
        <p:spPr>
          <a:xfrm>
            <a:off x="3885186" y="2402112"/>
            <a:ext cx="3681197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29F4CC-D60B-D4FF-97A5-7F945EE99581}"/>
              </a:ext>
            </a:extLst>
          </p:cNvPr>
          <p:cNvSpPr txBox="1"/>
          <p:nvPr/>
        </p:nvSpPr>
        <p:spPr>
          <a:xfrm rot="18971766">
            <a:off x="6086709" y="1882736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edge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A8175C-DFED-B15C-9CFE-1CC51B78E064}"/>
              </a:ext>
            </a:extLst>
          </p:cNvPr>
          <p:cNvSpPr txBox="1"/>
          <p:nvPr/>
        </p:nvSpPr>
        <p:spPr>
          <a:xfrm rot="2737903">
            <a:off x="5993886" y="2554098"/>
            <a:ext cx="5533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edge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9D29414-5E85-1FDE-C6FE-59CECB7F3C2F}"/>
                  </a:ext>
                </a:extLst>
              </p:cNvPr>
              <p:cNvSpPr txBox="1"/>
              <p:nvPr/>
            </p:nvSpPr>
            <p:spPr>
              <a:xfrm>
                <a:off x="8325656" y="1565789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9D29414-5E85-1FDE-C6FE-59CECB7F3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656" y="1565789"/>
                <a:ext cx="3703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1CD52C1-2662-B72A-8B97-07B6FFDABE50}"/>
              </a:ext>
            </a:extLst>
          </p:cNvPr>
          <p:cNvSpPr txBox="1"/>
          <p:nvPr/>
        </p:nvSpPr>
        <p:spPr>
          <a:xfrm>
            <a:off x="5436537" y="1506441"/>
            <a:ext cx="101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ray goes into </a:t>
            </a:r>
          </a:p>
          <a:p>
            <a:r>
              <a:rPr lang="en-US" sz="1200" dirty="0"/>
              <a:t>the polygon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4ADB17-C559-177A-7221-8CF2AEFD59DA}"/>
              </a:ext>
            </a:extLst>
          </p:cNvPr>
          <p:cNvCxnSpPr/>
          <p:nvPr/>
        </p:nvCxnSpPr>
        <p:spPr>
          <a:xfrm>
            <a:off x="5944689" y="1968106"/>
            <a:ext cx="131346" cy="352184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FD1407-6B2B-FD09-5301-04C0F5A72ECA}"/>
              </a:ext>
            </a:extLst>
          </p:cNvPr>
          <p:cNvCxnSpPr>
            <a:cxnSpLocks/>
          </p:cNvCxnSpPr>
          <p:nvPr/>
        </p:nvCxnSpPr>
        <p:spPr>
          <a:xfrm flipH="1">
            <a:off x="6761041" y="1741387"/>
            <a:ext cx="1628920" cy="0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FC8788-0D93-BC2B-DA6E-4615CFEF86AE}"/>
                  </a:ext>
                </a:extLst>
              </p:cNvPr>
              <p:cNvSpPr txBox="1"/>
              <p:nvPr/>
            </p:nvSpPr>
            <p:spPr>
              <a:xfrm>
                <a:off x="8337224" y="2676627"/>
                <a:ext cx="3386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FC8788-0D93-BC2B-DA6E-4615CFEF8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224" y="2676627"/>
                <a:ext cx="3386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DF9396D-58E1-9821-F7E5-8A5A15E48E8E}"/>
              </a:ext>
            </a:extLst>
          </p:cNvPr>
          <p:cNvCxnSpPr>
            <a:cxnSpLocks/>
          </p:cNvCxnSpPr>
          <p:nvPr/>
        </p:nvCxnSpPr>
        <p:spPr>
          <a:xfrm flipH="1">
            <a:off x="6547971" y="2846866"/>
            <a:ext cx="1841990" cy="0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D5D96C-FF6F-44B1-BB3C-565FFADA5725}"/>
                  </a:ext>
                </a:extLst>
              </p:cNvPr>
              <p:cNvSpPr txBox="1"/>
              <p:nvPr/>
            </p:nvSpPr>
            <p:spPr>
              <a:xfrm>
                <a:off x="8319560" y="2237300"/>
                <a:ext cx="3739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D5D96C-FF6F-44B1-BB3C-565FFADA5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560" y="2237300"/>
                <a:ext cx="3739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526C0E9-71C1-F98C-051A-DEF1165974DE}"/>
              </a:ext>
            </a:extLst>
          </p:cNvPr>
          <p:cNvCxnSpPr>
            <a:cxnSpLocks/>
          </p:cNvCxnSpPr>
          <p:nvPr/>
        </p:nvCxnSpPr>
        <p:spPr>
          <a:xfrm flipH="1">
            <a:off x="7637175" y="2394492"/>
            <a:ext cx="752786" cy="8159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39A2A66-E161-FAF4-9FE1-D14C44ECC27B}"/>
                  </a:ext>
                </a:extLst>
              </p:cNvPr>
              <p:cNvSpPr txBox="1"/>
              <p:nvPr/>
            </p:nvSpPr>
            <p:spPr>
              <a:xfrm>
                <a:off x="5788853" y="2295867"/>
                <a:ext cx="4106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39A2A66-E161-FAF4-9FE1-D14C44ECC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853" y="2295867"/>
                <a:ext cx="41062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B03D569-AF69-D65E-A259-828910A427CC}"/>
                  </a:ext>
                </a:extLst>
              </p:cNvPr>
              <p:cNvSpPr txBox="1"/>
              <p:nvPr/>
            </p:nvSpPr>
            <p:spPr>
              <a:xfrm>
                <a:off x="6518432" y="1406109"/>
                <a:ext cx="5805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B03D569-AF69-D65E-A259-828910A42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432" y="1406109"/>
                <a:ext cx="58054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0FF142E-64BF-BD85-2CF4-C6753A4B1019}"/>
                  </a:ext>
                </a:extLst>
              </p:cNvPr>
              <p:cNvSpPr txBox="1"/>
              <p:nvPr/>
            </p:nvSpPr>
            <p:spPr>
              <a:xfrm>
                <a:off x="6353583" y="2792395"/>
                <a:ext cx="5805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0FF142E-64BF-BD85-2CF4-C6753A4B1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583" y="2792395"/>
                <a:ext cx="58054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46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ED21D0A9-FA47-6C95-0F55-5E63971D0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915" y="737812"/>
            <a:ext cx="4944165" cy="538237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EB22307-6144-321E-36B9-35D7C436C879}"/>
              </a:ext>
            </a:extLst>
          </p:cNvPr>
          <p:cNvSpPr/>
          <p:nvPr/>
        </p:nvSpPr>
        <p:spPr>
          <a:xfrm flipV="1">
            <a:off x="7962932" y="2810674"/>
            <a:ext cx="70792" cy="7079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860A17-2E42-5486-6EB9-477DD265404C}"/>
              </a:ext>
            </a:extLst>
          </p:cNvPr>
          <p:cNvCxnSpPr>
            <a:cxnSpLocks/>
          </p:cNvCxnSpPr>
          <p:nvPr/>
        </p:nvCxnSpPr>
        <p:spPr>
          <a:xfrm>
            <a:off x="3885186" y="2846070"/>
            <a:ext cx="4081524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5F2D69-9360-B7AA-ACDF-DCA01016DA22}"/>
              </a:ext>
            </a:extLst>
          </p:cNvPr>
          <p:cNvSpPr txBox="1"/>
          <p:nvPr/>
        </p:nvSpPr>
        <p:spPr>
          <a:xfrm rot="17854933">
            <a:off x="6989615" y="3081320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edge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84562-DEC3-2170-FB7F-DD0B6220C943}"/>
              </a:ext>
            </a:extLst>
          </p:cNvPr>
          <p:cNvSpPr txBox="1"/>
          <p:nvPr/>
        </p:nvSpPr>
        <p:spPr>
          <a:xfrm rot="3994094">
            <a:off x="7589088" y="3292729"/>
            <a:ext cx="5533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edge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B1A914-2D1A-819F-EC4F-2E7FE22E7481}"/>
              </a:ext>
            </a:extLst>
          </p:cNvPr>
          <p:cNvSpPr txBox="1"/>
          <p:nvPr/>
        </p:nvSpPr>
        <p:spPr>
          <a:xfrm>
            <a:off x="7036077" y="1942144"/>
            <a:ext cx="120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ray does not go</a:t>
            </a:r>
          </a:p>
          <a:p>
            <a:r>
              <a:rPr lang="en-US" sz="1200" dirty="0"/>
              <a:t>into the polygon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4D05A5-ECA8-94D2-4294-993DE18C108B}"/>
              </a:ext>
            </a:extLst>
          </p:cNvPr>
          <p:cNvCxnSpPr>
            <a:cxnSpLocks/>
          </p:cNvCxnSpPr>
          <p:nvPr/>
        </p:nvCxnSpPr>
        <p:spPr>
          <a:xfrm>
            <a:off x="7527645" y="2377139"/>
            <a:ext cx="0" cy="399539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BBC822-C94F-630C-4C42-26155232C318}"/>
                  </a:ext>
                </a:extLst>
              </p:cNvPr>
              <p:cNvSpPr txBox="1"/>
              <p:nvPr/>
            </p:nvSpPr>
            <p:spPr>
              <a:xfrm>
                <a:off x="8320875" y="3573442"/>
                <a:ext cx="3703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BBC822-C94F-630C-4C42-26155232C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875" y="3573442"/>
                <a:ext cx="37035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2E5C98-39E7-2E40-0FFF-58BE0DDC3964}"/>
              </a:ext>
            </a:extLst>
          </p:cNvPr>
          <p:cNvCxnSpPr>
            <a:cxnSpLocks/>
          </p:cNvCxnSpPr>
          <p:nvPr/>
        </p:nvCxnSpPr>
        <p:spPr>
          <a:xfrm flipH="1">
            <a:off x="7107072" y="3733382"/>
            <a:ext cx="1267819" cy="0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BDAB562-7CF9-5F0C-DECD-D0A07135778A}"/>
                  </a:ext>
                </a:extLst>
              </p:cNvPr>
              <p:cNvSpPr txBox="1"/>
              <p:nvPr/>
            </p:nvSpPr>
            <p:spPr>
              <a:xfrm>
                <a:off x="8329920" y="4006969"/>
                <a:ext cx="3386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BDAB562-7CF9-5F0C-DECD-D0A07135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920" y="4006969"/>
                <a:ext cx="33861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B16AC8-7ADB-EF84-EC64-5F299159B840}"/>
              </a:ext>
            </a:extLst>
          </p:cNvPr>
          <p:cNvCxnSpPr>
            <a:cxnSpLocks/>
          </p:cNvCxnSpPr>
          <p:nvPr/>
        </p:nvCxnSpPr>
        <p:spPr>
          <a:xfrm flipH="1">
            <a:off x="8095909" y="4173532"/>
            <a:ext cx="278982" cy="0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0E6CAC-9961-91A8-B9E0-EF7E50E85B69}"/>
                  </a:ext>
                </a:extLst>
              </p:cNvPr>
              <p:cNvSpPr txBox="1"/>
              <p:nvPr/>
            </p:nvSpPr>
            <p:spPr>
              <a:xfrm>
                <a:off x="8323901" y="2683685"/>
                <a:ext cx="3739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0E6CAC-9961-91A8-B9E0-EF7E50E85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901" y="2683685"/>
                <a:ext cx="3739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CECEB7-B528-F210-99EE-6B396ED445A2}"/>
              </a:ext>
            </a:extLst>
          </p:cNvPr>
          <p:cNvCxnSpPr>
            <a:cxnSpLocks/>
          </p:cNvCxnSpPr>
          <p:nvPr/>
        </p:nvCxnSpPr>
        <p:spPr>
          <a:xfrm flipH="1">
            <a:off x="8041956" y="2849023"/>
            <a:ext cx="348510" cy="0"/>
          </a:xfrm>
          <a:prstGeom prst="straightConnector1">
            <a:avLst/>
          </a:prstGeom>
          <a:ln w="127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DD467A-170C-2887-33A9-0BF99A14737A}"/>
                  </a:ext>
                </a:extLst>
              </p:cNvPr>
              <p:cNvSpPr txBox="1"/>
              <p:nvPr/>
            </p:nvSpPr>
            <p:spPr>
              <a:xfrm>
                <a:off x="7201906" y="2563749"/>
                <a:ext cx="4106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DD467A-170C-2887-33A9-0BF99A14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906" y="2563749"/>
                <a:ext cx="41062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536AFE4-5A78-04E9-D3EF-D4559E33003A}"/>
                  </a:ext>
                </a:extLst>
              </p:cNvPr>
              <p:cNvSpPr txBox="1"/>
              <p:nvPr/>
            </p:nvSpPr>
            <p:spPr>
              <a:xfrm>
                <a:off x="6751200" y="3671186"/>
                <a:ext cx="5805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536AFE4-5A78-04E9-D3EF-D4559E330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200" y="3671186"/>
                <a:ext cx="58054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91DC54-2864-6627-701B-97879D5E9222}"/>
                  </a:ext>
                </a:extLst>
              </p:cNvPr>
              <p:cNvSpPr txBox="1"/>
              <p:nvPr/>
            </p:nvSpPr>
            <p:spPr>
              <a:xfrm>
                <a:off x="7531669" y="3967912"/>
                <a:ext cx="5805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91DC54-2864-6627-701B-97879D5E9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669" y="3967912"/>
                <a:ext cx="58054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92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7311</TotalTime>
  <Words>46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Cox,  Geoffrey W, 'Geoff'</dc:creator>
  <cp:lastModifiedBy>Cox,  Geoffrey W, 'Geoff'</cp:lastModifiedBy>
  <cp:revision>1</cp:revision>
  <dcterms:created xsi:type="dcterms:W3CDTF">2022-12-01T14:30:13Z</dcterms:created>
  <dcterms:modified xsi:type="dcterms:W3CDTF">2022-12-06T16:22:10Z</dcterms:modified>
</cp:coreProperties>
</file>
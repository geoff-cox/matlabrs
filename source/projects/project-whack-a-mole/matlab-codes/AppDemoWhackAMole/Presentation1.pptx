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772" autoAdjust="0"/>
    <p:restoredTop sz="94660"/>
  </p:normalViewPr>
  <p:slideViewPr>
    <p:cSldViewPr snapToGrid="0">
      <p:cViewPr varScale="1">
        <p:scale>
          <a:sx n="125" d="100"/>
          <a:sy n="125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23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695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526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24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113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328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9326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232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946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029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36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C15A8D-8B84-4ED5-BE42-0C57ECC3D111}" type="datetimeFigureOut">
              <a:rPr lang="en-US" smtClean="0"/>
              <a:t>10/28/2018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B52153-9A91-4111-92E1-D6AE94ABA1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399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174" y="1165954"/>
            <a:ext cx="2753954" cy="425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36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VMI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Cox,  Geoffrey W, 'Geoff'</dc:creator>
  <cp:lastModifiedBy>Cox,  Geoffrey W, 'Geoff'</cp:lastModifiedBy>
  <cp:revision>6</cp:revision>
  <dcterms:created xsi:type="dcterms:W3CDTF">2018-10-28T19:48:59Z</dcterms:created>
  <dcterms:modified xsi:type="dcterms:W3CDTF">2018-10-29T16:03:47Z</dcterms:modified>
</cp:coreProperties>
</file>
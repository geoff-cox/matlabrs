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B7B7B"/>
    <a:srgbClr val="7C7C7C"/>
    <a:srgbClr val="CFCF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>
        <p:scale>
          <a:sx n="177" d="100"/>
          <a:sy n="177" d="100"/>
        </p:scale>
        <p:origin x="-1051" y="-1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FB05A-DE09-17E4-A7AD-EF7EE4B2A5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3AD9FB-AF43-319E-DF75-74561A3824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7DCE0C-31E8-8A61-8158-8A0ED1671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AFC68-798F-49B3-A5AD-2E6AB84DE56F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08C7B6-8BBF-C469-FFA2-850B8E506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22324B-BAF8-16D5-4761-60A41439C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4DBC6-C5BC-461D-B70B-01F299B040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599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83D4C-4F1B-7651-87B7-E9D1D02B2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A0E97-43B1-DA34-490D-16E733B3ED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EF88AA-0291-8179-7186-C900AB866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AFC68-798F-49B3-A5AD-2E6AB84DE56F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C9ACB4-4F77-6D13-D7C2-A36A4CD9C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19618-068C-84F2-02FD-CAA146AB2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4DBC6-C5BC-461D-B70B-01F299B040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916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4F65E-2759-55DC-4417-83D894091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8FC9DA-FF98-A3BB-38AB-D7BB109215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B28EFB-F593-F72E-4077-228E44DF8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AFC68-798F-49B3-A5AD-2E6AB84DE56F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B40705-1666-3856-536E-7F8BBFC54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6D6285-B5FC-8FFC-259C-EBA78B7EA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4DBC6-C5BC-461D-B70B-01F299B040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2951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F5F41-89F2-6788-04B3-9DFB8B9F8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F9885D-5FC3-AFDB-D2BC-BD97B5E238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E7D70E-FF94-3C95-F5AE-338EB46F16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331A4A-98F2-F6BE-37FB-227E53756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AFC68-798F-49B3-A5AD-2E6AB84DE56F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BE934D-37C6-AAD4-F0FD-739FC1C4D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9AD255-648C-2D4D-D948-CEAE5DB3D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4DBC6-C5BC-461D-B70B-01F299B040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423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38D9D-4B66-DB6C-51A6-6F62206CD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9ACC4B-AFBA-4A0A-5E8D-260636596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3BB902-5736-07DC-7015-D530596037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0B225F-B9AE-D6CB-6DD5-4A97270A5E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527757-00BB-2999-7028-687349B2E1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FEA6EC-FB66-AEDD-200E-6FA59662B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AFC68-798F-49B3-A5AD-2E6AB84DE56F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02589A-1468-FB49-4C36-02FCE7477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0B6927-BFE9-F7E0-9299-8CE6097DC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4DBC6-C5BC-461D-B70B-01F299B040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213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590D5-F963-06B3-B93D-31AB32164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87B856-87B4-E5EA-FDEA-E370487F1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AFC68-798F-49B3-A5AD-2E6AB84DE56F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A34666-642A-000F-7241-4ED0B95A9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C31B35-ECA8-E493-BE77-18CF3DDFE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4DBC6-C5BC-461D-B70B-01F299B040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829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0C23DA-4B69-324E-BA5F-ADE3A9090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AFC68-798F-49B3-A5AD-2E6AB84DE56F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D76C0B-C17F-B010-C3D5-DEDFCAF1C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F38488-509F-CFA1-ABA1-F7700F15A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4DBC6-C5BC-461D-B70B-01F299B040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451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9EF13-5931-B5C0-16AD-0881994B3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4394C3-A104-D105-7AA3-97E4A1AD1A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DEBB62-07D9-053A-3BF2-0E2767743A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52E76A-BB1A-9661-3C63-20650DE78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AFC68-798F-49B3-A5AD-2E6AB84DE56F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C0106B-93C7-0E10-CCA0-F4EA38AF3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193BF8-D22D-6457-39FE-878F50CEB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4DBC6-C5BC-461D-B70B-01F299B040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672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AEAFB-F4E9-177D-D696-38EA37B75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76C864-8DEF-317E-D8B7-0E613A538F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4B6081-F561-6465-A56D-A256C04BA9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6EBAD0-5275-8FD4-FA72-3975CC2BC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AFC68-798F-49B3-A5AD-2E6AB84DE56F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C40649-FE75-7926-DEF0-2B0FB9D7F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8DC244-11ED-F313-F05D-9228F4645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4DBC6-C5BC-461D-B70B-01F299B040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818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87695-8CAB-4C2A-F17E-377E1C73A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7ABC13-DF37-549E-9379-99152C4ADA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E012A0-22E9-2C70-889C-7E27B3C16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AFC68-798F-49B3-A5AD-2E6AB84DE56F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258988-EF21-3953-35D1-E6644722E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D748CB-B85E-2DF2-2335-E2BE5DE5F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4DBC6-C5BC-461D-B70B-01F299B040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276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73E6CE-B3B2-BB05-812F-2CBBEBD0F7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881215-E9DB-704A-7746-56A8A59BDE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0DEDBC-CD9C-33E1-5434-97C1EDF95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AFC68-798F-49B3-A5AD-2E6AB84DE56F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DAE7E9-4DB6-EA0B-8F76-99F6ED26A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BF190-FAC9-AD3B-63EF-F816CF4E0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4DBC6-C5BC-461D-B70B-01F299B040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70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BF5120-CCBA-3E25-A800-5A97E4AAF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9F4A6D-265C-57B6-478D-65A397AA6D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5570E5-615E-1AC2-8E08-C5443A9033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BAFC68-798F-49B3-A5AD-2E6AB84DE56F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E49AFA-0B8C-DD43-9B8B-E9C48CFBA6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BBEFF-6EDD-0583-B161-CF4AB4D8E6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64DBC6-C5BC-461D-B70B-01F299B040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542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constellation&#10;&#10;Description automatically generated">
            <a:extLst>
              <a:ext uri="{FF2B5EF4-FFF2-40B4-BE49-F238E27FC236}">
                <a16:creationId xmlns:a16="http://schemas.microsoft.com/office/drawing/2014/main" id="{CA5D705F-D874-2784-0232-4CA4CB11EB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1482" y="1522041"/>
            <a:ext cx="5664719" cy="3707899"/>
          </a:xfrm>
          <a:prstGeom prst="rect">
            <a:avLst/>
          </a:prstGeom>
        </p:spPr>
      </p:pic>
      <p:sp>
        <p:nvSpPr>
          <p:cNvPr id="6" name="Arc 5">
            <a:extLst>
              <a:ext uri="{FF2B5EF4-FFF2-40B4-BE49-F238E27FC236}">
                <a16:creationId xmlns:a16="http://schemas.microsoft.com/office/drawing/2014/main" id="{8585F623-1E68-B1BC-0BF9-611F31D8DFC7}"/>
              </a:ext>
            </a:extLst>
          </p:cNvPr>
          <p:cNvSpPr/>
          <p:nvPr/>
        </p:nvSpPr>
        <p:spPr>
          <a:xfrm rot="376305">
            <a:off x="4714282" y="3893179"/>
            <a:ext cx="575602" cy="507175"/>
          </a:xfrm>
          <a:prstGeom prst="arc">
            <a:avLst>
              <a:gd name="adj1" fmla="val 14949925"/>
              <a:gd name="adj2" fmla="val 11172922"/>
            </a:avLst>
          </a:prstGeom>
          <a:ln w="12700">
            <a:solidFill>
              <a:srgbClr val="7C7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FCFCF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558A3C8-3900-1D8D-8A45-E8F1EF1150A6}"/>
                  </a:ext>
                </a:extLst>
              </p:cNvPr>
              <p:cNvSpPr txBox="1"/>
              <p:nvPr/>
            </p:nvSpPr>
            <p:spPr>
              <a:xfrm>
                <a:off x="3927875" y="3993295"/>
                <a:ext cx="34124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558A3C8-3900-1D8D-8A45-E8F1EF1150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7875" y="3993295"/>
                <a:ext cx="341247" cy="369332"/>
              </a:xfrm>
              <a:prstGeom prst="rect">
                <a:avLst/>
              </a:prstGeom>
              <a:blipFill>
                <a:blip r:embed="rId3"/>
                <a:stretch>
                  <a:fillRect l="-12500" r="-8929"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250E2B2-FA78-54EB-C655-5BFA47A824C5}"/>
                  </a:ext>
                </a:extLst>
              </p:cNvPr>
              <p:cNvSpPr txBox="1"/>
              <p:nvPr/>
            </p:nvSpPr>
            <p:spPr>
              <a:xfrm>
                <a:off x="5097568" y="2990621"/>
                <a:ext cx="34836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250E2B2-FA78-54EB-C655-5BFA47A824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7568" y="2990621"/>
                <a:ext cx="348365" cy="369332"/>
              </a:xfrm>
              <a:prstGeom prst="rect">
                <a:avLst/>
              </a:prstGeom>
              <a:blipFill>
                <a:blip r:embed="rId4"/>
                <a:stretch>
                  <a:fillRect l="-12281" r="-8772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7EDD1DE-DAB7-ED64-0996-9D3375EC757A}"/>
                  </a:ext>
                </a:extLst>
              </p:cNvPr>
              <p:cNvSpPr txBox="1"/>
              <p:nvPr/>
            </p:nvSpPr>
            <p:spPr>
              <a:xfrm>
                <a:off x="5810555" y="2045781"/>
                <a:ext cx="34836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7EDD1DE-DAB7-ED64-0996-9D3375EC75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0555" y="2045781"/>
                <a:ext cx="348365" cy="369332"/>
              </a:xfrm>
              <a:prstGeom prst="rect">
                <a:avLst/>
              </a:prstGeom>
              <a:blipFill>
                <a:blip r:embed="rId5"/>
                <a:stretch>
                  <a:fillRect l="-12281" r="-8772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851F692-C068-D095-8734-BA3FC5CE5DDA}"/>
                  </a:ext>
                </a:extLst>
              </p:cNvPr>
              <p:cNvSpPr txBox="1"/>
              <p:nvPr/>
            </p:nvSpPr>
            <p:spPr>
              <a:xfrm>
                <a:off x="6952586" y="2731415"/>
                <a:ext cx="34836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851F692-C068-D095-8734-BA3FC5CE5D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2586" y="2731415"/>
                <a:ext cx="348365" cy="369332"/>
              </a:xfrm>
              <a:prstGeom prst="rect">
                <a:avLst/>
              </a:prstGeom>
              <a:blipFill>
                <a:blip r:embed="rId6"/>
                <a:stretch>
                  <a:fillRect l="-14035" r="-8772"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8A16485-FB3A-BEEC-6930-A2C26526756E}"/>
                  </a:ext>
                </a:extLst>
              </p:cNvPr>
              <p:cNvSpPr txBox="1"/>
              <p:nvPr/>
            </p:nvSpPr>
            <p:spPr>
              <a:xfrm>
                <a:off x="5141682" y="4245611"/>
                <a:ext cx="34836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8A16485-FB3A-BEEC-6930-A2C2652675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1682" y="4245611"/>
                <a:ext cx="348365" cy="369332"/>
              </a:xfrm>
              <a:prstGeom prst="rect">
                <a:avLst/>
              </a:prstGeom>
              <a:blipFill>
                <a:blip r:embed="rId7"/>
                <a:stretch>
                  <a:fillRect l="-12069" r="-6897"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7990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line of numbers and points&#10;&#10;Description automatically generated">
            <a:extLst>
              <a:ext uri="{FF2B5EF4-FFF2-40B4-BE49-F238E27FC236}">
                <a16:creationId xmlns:a16="http://schemas.microsoft.com/office/drawing/2014/main" id="{80E3C289-F816-5519-AC31-260DCFE984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9733" y="1819956"/>
            <a:ext cx="5666158" cy="3708841"/>
          </a:xfrm>
          <a:prstGeom prst="rect">
            <a:avLst/>
          </a:prstGeom>
        </p:spPr>
      </p:pic>
      <p:sp>
        <p:nvSpPr>
          <p:cNvPr id="6" name="Arc 5">
            <a:extLst>
              <a:ext uri="{FF2B5EF4-FFF2-40B4-BE49-F238E27FC236}">
                <a16:creationId xmlns:a16="http://schemas.microsoft.com/office/drawing/2014/main" id="{C982E566-8B8B-506B-81AD-F0BE78602AF4}"/>
              </a:ext>
            </a:extLst>
          </p:cNvPr>
          <p:cNvSpPr/>
          <p:nvPr/>
        </p:nvSpPr>
        <p:spPr>
          <a:xfrm rot="10523928">
            <a:off x="5147245" y="1945894"/>
            <a:ext cx="2647411" cy="2322130"/>
          </a:xfrm>
          <a:prstGeom prst="arc">
            <a:avLst>
              <a:gd name="adj1" fmla="val 15832842"/>
              <a:gd name="adj2" fmla="val 21543472"/>
            </a:avLst>
          </a:prstGeom>
          <a:ln w="15875">
            <a:solidFill>
              <a:srgbClr val="7B7B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D2617EF-3B47-28E4-BB57-5E0A082253BE}"/>
                  </a:ext>
                </a:extLst>
              </p:cNvPr>
              <p:cNvSpPr txBox="1"/>
              <p:nvPr/>
            </p:nvSpPr>
            <p:spPr>
              <a:xfrm>
                <a:off x="5327764" y="3938822"/>
                <a:ext cx="42021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D2617EF-3B47-28E4-BB57-5E0A082253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7764" y="3938822"/>
                <a:ext cx="420210" cy="369332"/>
              </a:xfrm>
              <a:prstGeom prst="rect">
                <a:avLst/>
              </a:prstGeom>
              <a:blipFill>
                <a:blip r:embed="rId3"/>
                <a:stretch>
                  <a:fillRect l="-2899"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5154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network&#10;&#10;Description automatically generated with medium confidence">
            <a:extLst>
              <a:ext uri="{FF2B5EF4-FFF2-40B4-BE49-F238E27FC236}">
                <a16:creationId xmlns:a16="http://schemas.microsoft.com/office/drawing/2014/main" id="{734E724E-6289-5DCC-7C3C-51B0EE3316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0" y="1524000"/>
            <a:ext cx="5715000" cy="3810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6A71E1D-F3A1-415B-EBEB-411E1C6F9346}"/>
                  </a:ext>
                </a:extLst>
              </p:cNvPr>
              <p:cNvSpPr txBox="1"/>
              <p:nvPr/>
            </p:nvSpPr>
            <p:spPr>
              <a:xfrm>
                <a:off x="7462428" y="3583540"/>
                <a:ext cx="34124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6A71E1D-F3A1-415B-EBEB-411E1C6F93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2428" y="3583540"/>
                <a:ext cx="341247" cy="369332"/>
              </a:xfrm>
              <a:prstGeom prst="rect">
                <a:avLst/>
              </a:prstGeom>
              <a:blipFill>
                <a:blip r:embed="rId3"/>
                <a:stretch>
                  <a:fillRect l="-12500" r="-8929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874CD3B-9728-DD9A-121B-A736A660B413}"/>
                  </a:ext>
                </a:extLst>
              </p:cNvPr>
              <p:cNvSpPr txBox="1"/>
              <p:nvPr/>
            </p:nvSpPr>
            <p:spPr>
              <a:xfrm>
                <a:off x="7991731" y="4459953"/>
                <a:ext cx="34836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874CD3B-9728-DD9A-121B-A736A660B4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1731" y="4459953"/>
                <a:ext cx="348365" cy="369332"/>
              </a:xfrm>
              <a:prstGeom prst="rect">
                <a:avLst/>
              </a:prstGeom>
              <a:blipFill>
                <a:blip r:embed="rId4"/>
                <a:stretch>
                  <a:fillRect l="-14035" r="-8772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B561E20-726B-ED38-AF7A-38D039EEE5C6}"/>
                  </a:ext>
                </a:extLst>
              </p:cNvPr>
              <p:cNvSpPr txBox="1"/>
              <p:nvPr/>
            </p:nvSpPr>
            <p:spPr>
              <a:xfrm>
                <a:off x="4169511" y="1883683"/>
                <a:ext cx="34836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B561E20-726B-ED38-AF7A-38D039EEE5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9511" y="1883683"/>
                <a:ext cx="348365" cy="369332"/>
              </a:xfrm>
              <a:prstGeom prst="rect">
                <a:avLst/>
              </a:prstGeom>
              <a:blipFill>
                <a:blip r:embed="rId5"/>
                <a:stretch>
                  <a:fillRect l="-14035" r="-8772"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A5DEF0D-3D37-3F4A-7CB7-D37956263AB0}"/>
                  </a:ext>
                </a:extLst>
              </p:cNvPr>
              <p:cNvSpPr txBox="1"/>
              <p:nvPr/>
            </p:nvSpPr>
            <p:spPr>
              <a:xfrm>
                <a:off x="4230951" y="3134748"/>
                <a:ext cx="34836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A5DEF0D-3D37-3F4A-7CB7-D37956263A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0951" y="3134748"/>
                <a:ext cx="348365" cy="369332"/>
              </a:xfrm>
              <a:prstGeom prst="rect">
                <a:avLst/>
              </a:prstGeom>
              <a:blipFill>
                <a:blip r:embed="rId6"/>
                <a:stretch>
                  <a:fillRect l="-12281" r="-10526"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44A6474-CE7A-0C80-98DF-BDEAA562326B}"/>
                  </a:ext>
                </a:extLst>
              </p:cNvPr>
              <p:cNvSpPr txBox="1"/>
              <p:nvPr/>
            </p:nvSpPr>
            <p:spPr>
              <a:xfrm>
                <a:off x="6752066" y="4396983"/>
                <a:ext cx="34836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44A6474-CE7A-0C80-98DF-BDEAA56232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2066" y="4396983"/>
                <a:ext cx="348365" cy="369332"/>
              </a:xfrm>
              <a:prstGeom prst="rect">
                <a:avLst/>
              </a:prstGeom>
              <a:blipFill>
                <a:blip r:embed="rId7"/>
                <a:stretch>
                  <a:fillRect l="-14035" r="-8772"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5463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triangle with blue circles and lines&#10;&#10;Description automatically generated">
            <a:extLst>
              <a:ext uri="{FF2B5EF4-FFF2-40B4-BE49-F238E27FC236}">
                <a16:creationId xmlns:a16="http://schemas.microsoft.com/office/drawing/2014/main" id="{A03FDA75-2884-1227-496A-4566107646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3640" y="1570478"/>
            <a:ext cx="5664719" cy="371704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DA99735-B01D-43F6-48DF-EF85F2A989E3}"/>
                  </a:ext>
                </a:extLst>
              </p:cNvPr>
              <p:cNvSpPr txBox="1"/>
              <p:nvPr/>
            </p:nvSpPr>
            <p:spPr>
              <a:xfrm>
                <a:off x="7496932" y="2280952"/>
                <a:ext cx="34124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DA99735-B01D-43F6-48DF-EF85F2A989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6932" y="2280952"/>
                <a:ext cx="341247" cy="369332"/>
              </a:xfrm>
              <a:prstGeom prst="rect">
                <a:avLst/>
              </a:prstGeom>
              <a:blipFill>
                <a:blip r:embed="rId3"/>
                <a:stretch>
                  <a:fillRect l="-14286" r="-8929"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47D7787-1023-A812-1DF4-048429D2E467}"/>
                  </a:ext>
                </a:extLst>
              </p:cNvPr>
              <p:cNvSpPr txBox="1"/>
              <p:nvPr/>
            </p:nvSpPr>
            <p:spPr>
              <a:xfrm>
                <a:off x="6486421" y="3210410"/>
                <a:ext cx="34836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47D7787-1023-A812-1DF4-048429D2E4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6421" y="3210410"/>
                <a:ext cx="348365" cy="369332"/>
              </a:xfrm>
              <a:prstGeom prst="rect">
                <a:avLst/>
              </a:prstGeom>
              <a:blipFill>
                <a:blip r:embed="rId4"/>
                <a:stretch>
                  <a:fillRect l="-12281" r="-8772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74E3AB1-A5CD-3BEB-ECC5-66D760029366}"/>
                  </a:ext>
                </a:extLst>
              </p:cNvPr>
              <p:cNvSpPr txBox="1"/>
              <p:nvPr/>
            </p:nvSpPr>
            <p:spPr>
              <a:xfrm>
                <a:off x="4989020" y="3543424"/>
                <a:ext cx="34836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74E3AB1-A5CD-3BEB-ECC5-66D7600293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9020" y="3543424"/>
                <a:ext cx="348365" cy="369332"/>
              </a:xfrm>
              <a:prstGeom prst="rect">
                <a:avLst/>
              </a:prstGeom>
              <a:blipFill>
                <a:blip r:embed="rId5"/>
                <a:stretch>
                  <a:fillRect l="-12069" r="-6897"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79AF7D6-1F36-4263-6EC0-F37F0126B441}"/>
                  </a:ext>
                </a:extLst>
              </p:cNvPr>
              <p:cNvSpPr txBox="1"/>
              <p:nvPr/>
            </p:nvSpPr>
            <p:spPr>
              <a:xfrm>
                <a:off x="6232278" y="4248965"/>
                <a:ext cx="34836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79AF7D6-1F36-4263-6EC0-F37F0126B4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2278" y="4248965"/>
                <a:ext cx="348365" cy="369332"/>
              </a:xfrm>
              <a:prstGeom prst="rect">
                <a:avLst/>
              </a:prstGeom>
              <a:blipFill>
                <a:blip r:embed="rId6"/>
                <a:stretch>
                  <a:fillRect l="-12069" r="-8621"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005EF56-7A0D-7B1F-3D1F-92A4E58EBB9F}"/>
                  </a:ext>
                </a:extLst>
              </p:cNvPr>
              <p:cNvSpPr txBox="1"/>
              <p:nvPr/>
            </p:nvSpPr>
            <p:spPr>
              <a:xfrm>
                <a:off x="5206104" y="2537991"/>
                <a:ext cx="34836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005EF56-7A0D-7B1F-3D1F-92A4E58EBB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6104" y="2537991"/>
                <a:ext cx="348365" cy="369332"/>
              </a:xfrm>
              <a:prstGeom prst="rect">
                <a:avLst/>
              </a:prstGeom>
              <a:blipFill>
                <a:blip r:embed="rId7"/>
                <a:stretch>
                  <a:fillRect l="-12281" r="-8772"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47475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3063</TotalTime>
  <Words>16</Words>
  <Application>Microsoft Office PowerPoint</Application>
  <PresentationFormat>Widescreen</PresentationFormat>
  <Paragraphs>16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 Co</dc:creator>
  <cp:lastModifiedBy>G Co</cp:lastModifiedBy>
  <cp:revision>1</cp:revision>
  <dcterms:created xsi:type="dcterms:W3CDTF">2024-11-05T15:34:56Z</dcterms:created>
  <dcterms:modified xsi:type="dcterms:W3CDTF">2024-11-07T18:38:05Z</dcterms:modified>
</cp:coreProperties>
</file>